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920240"/>
            <a:ext cx="5852160" cy="58521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108960" cy="310896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2395728"/>
            <a:ext cx="237744" cy="237744"/>
          </a:xfrm>
          <a:prstGeom prst="ellipse">
            <a:avLst/>
          </a:prstGeom>
          <a:solidFill>
            <a:srgbClr val="D4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SALON x AI  /  PREVENTIVE HEALTH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美容サロンを、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予防ヘルスケアの入口に。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カウンセリング型 美容サロン × AI ハイブリッドモデルによる新規事業のご提案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2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一般社団法人デジラボビューティー　|　ご提案資料　|　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出発点 ― 髪を切るだけでは、変化は見えない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こころの変化に気づくには、髪だけでは情報が足りない。軸に置くのは「カウンセリングを行う美容サロン」。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ヘアサロン中心の接点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410712"/>
            <a:ext cx="100584" cy="100584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9" name="Text 7"/>
          <p:cNvSpPr/>
          <p:nvPr/>
        </p:nvSpPr>
        <p:spPr>
          <a:xfrm>
            <a:off x="1216152" y="331012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接点は主に髪と、その場かぎりの会話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959352"/>
            <a:ext cx="100584" cy="100584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11" name="Text 9"/>
          <p:cNvSpPr/>
          <p:nvPr/>
        </p:nvSpPr>
        <p:spPr>
          <a:xfrm>
            <a:off x="1216152" y="385876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体調や生活習慣に踏み込む必然性が薄い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507992"/>
            <a:ext cx="100584" cy="100584"/>
          </a:xfrm>
          <a:prstGeom prst="rect">
            <a:avLst/>
          </a:prstGeom>
          <a:solidFill>
            <a:srgbClr val="B9C4CE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440740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記録が残らず、変化を追いかけられない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カウンセリング型 美容サロン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37960" y="341071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793992" y="331012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施術前カウンセリングが業務に組み込まれている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95935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385876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肌・体調・睡眠・食事・ストレスに正面から触れる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450799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4407408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記録が残り、来店ごとに変化を追える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504688"/>
            <a:ext cx="128016" cy="12801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53766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だから軸は、カウンセリングを行う美容サロン。髪だけでは、こころの変化は見えない。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兆し ― AIの次の主戦場は、ヘルスになった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2026年、OpenAIは「ChatGPT Health」を発表。サム・アルトマン自ら医師・病院へ売り込んでいる。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 3億件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2026年7月時点、ChatGPTに寄せられる健康関連の質問数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(2026年1月時点では週2.3億件)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514600"/>
            <a:ext cx="0" cy="3200400"/>
          </a:xfrm>
          <a:prstGeom prst="line">
            <a:avLst/>
          </a:prstGeom>
          <a:noFill/>
          <a:ln w="12700">
            <a:solidFill>
              <a:srgbClr val="3648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0256" y="260604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1月7日　一般ユーザー向け「ChatGPT Health」発表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患者ポータル・Apple Health・健康アプリと連携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0256" y="370332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1月8日　医療機関向け「OpenAI for Healthcare」発表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Cedars-Sinai、HCA Healthcare など大手が導入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0256" y="480060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4709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7月23日　米国の全ユーザーへ提供開始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OpenAI 公表資料 / TechCrunch / Forbes (2026)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それでもAIが、構造的に手に入れられない3つのもの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ChatGPTがどれだけ賢くなっても、この3つは自力では埋まらない。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3957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実世界の観察データ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94960" y="23957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本人が入力しない限り、AIはその人の状態を何も知らない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3447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継続的な関係と信頼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94960" y="34472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「言いにくいこと」は、関係性のある相手にしか出てこない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4498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行動変容を伴走する人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4498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正しい提案をしても、実行を支える人がいなければ続かない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6235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この3つを、カウンセリング型の美容サロンはすでに持っている。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サロン起点の、予防ヘルスケアモデル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すでに行われているカウンセリングを、そのまま予防の入口にする。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AIは黒子として記録を束ね、判断と声かけは常に人が行う。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施術前の問診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3931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52928" y="3429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2944368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4368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来店ごとに残す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3931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65776" y="3429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縦断分析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57216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46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変化を検出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86016" y="3931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78624" y="3429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70064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示唆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70064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施術者へ提示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98864" y="393192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1472" y="3429000"/>
            <a:ext cx="1920240" cy="1508760"/>
          </a:xfrm>
          <a:prstGeom prst="roundRect">
            <a:avLst>
              <a:gd name="adj" fmla="val 6061"/>
            </a:avLst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912" y="3813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人が伝える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82912" y="4297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声かけ・橋渡し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18872" cy="118872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2303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AIは記録を束ね、変化を示すだけ。診断も判断もしない。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 ― カウンセリングが前提の美容サロン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ヘアサロンに限定しない。身体と生活に踏み込む業態こそ、予防の入口になる。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77063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2316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エステ・フェイシャル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242316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67912" y="277063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087368" y="242316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痩身・ボディケア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82219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347472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脱毛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1880" y="347472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382219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087368" y="347472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ネイル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87375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568" y="452628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アイラッシュ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4526280"/>
            <a:ext cx="2697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67912" y="4873752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087368" y="452628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リラクゼーション・整体系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2423160"/>
            <a:ext cx="4754880" cy="2880360"/>
          </a:xfrm>
          <a:prstGeom prst="roundRect">
            <a:avLst>
              <a:gd name="adj" fmla="val 3175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2697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3つの共通点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3392424"/>
            <a:ext cx="100584" cy="10058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42632" y="329184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施術前カウンセリングが必須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86600" y="3959352"/>
            <a:ext cx="100584" cy="10058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3858768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継続来店が前提(月1〜数ヶ月ごと)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086600" y="4526280"/>
            <a:ext cx="100584" cy="100584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4425696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身体に直接触れている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650992"/>
            <a:ext cx="128016" cy="12801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5522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「カウンセリングシートを書く」という既存の習慣の上に載せられるため、現場の追加負担が小さい。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サロンが日常的に触れている情報は、すでに「ヘルス」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こころの不調は、まず身体と生活に出る。サロンはその表面を毎回見ている。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0837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肌の状態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10712" y="26974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300837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体調・むくみ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1344" y="26974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5664" y="300837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睡眠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51976" y="26974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16" name="Shape 14"/>
          <p:cNvSpPr/>
          <p:nvPr/>
        </p:nvSpPr>
        <p:spPr>
          <a:xfrm>
            <a:off x="9226296" y="300837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226296" y="3200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食事・水分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24281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体重・体型の変化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10712" y="39319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85032" y="424281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685032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ストレスの自覚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55664" y="424281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生活リズム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951976" y="39319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6233A"/>
          </a:solidFill>
          <a:ln/>
        </p:spPr>
      </p:sp>
      <p:sp>
        <p:nvSpPr>
          <p:cNvPr id="28" name="Shape 26"/>
          <p:cNvSpPr/>
          <p:nvPr/>
        </p:nvSpPr>
        <p:spPr>
          <a:xfrm>
            <a:off x="9226296" y="4242816"/>
            <a:ext cx="100584" cy="1005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9226296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表情・声のトーン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2E49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486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医療行為ではなく「気づきの記録」。要配慮個人情報として、本人の同意取得と適切な管理を前提に設計する。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 ― 3層構造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現場のオペレーションを変えずに、記録と示唆の層だけを足す。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カウンセリング支援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施術者 向け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ガイドライン準拠の問診項目と、会話に自然に織り込めるトークスクリプト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縦断分析エンジン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325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3DE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来店ごとの記録を時系列で束ね「前回からの変化」を提示。判断と声かけは常に人が行う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つなぎのケア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05840" y="5696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 向け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507492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セルフケアの提示と、必要時に専門機関・産業保健へつなぐブリッジ(任意提供)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ヘルス領域の最後のピースは、「実世界」と「人」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OpenAIがすでに押さえたもの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60120" y="3300984"/>
            <a:ext cx="100584" cy="100584"/>
          </a:xfrm>
          <a:prstGeom prst="rect">
            <a:avLst/>
          </a:prstGeom>
          <a:solidFill>
            <a:srgbClr val="5D7186"/>
          </a:solidFill>
          <a:ln/>
        </p:spPr>
      </p:sp>
      <p:sp>
        <p:nvSpPr>
          <p:cNvPr id="9" name="Text 7"/>
          <p:cNvSpPr/>
          <p:nvPr/>
        </p:nvSpPr>
        <p:spPr>
          <a:xfrm>
            <a:off x="1216152" y="320040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電子カルテ・患者ポータルとの連携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803904"/>
            <a:ext cx="100584" cy="100584"/>
          </a:xfrm>
          <a:prstGeom prst="rect">
            <a:avLst/>
          </a:prstGeom>
          <a:solidFill>
            <a:srgbClr val="5D7186"/>
          </a:solidFill>
          <a:ln/>
        </p:spPr>
      </p:sp>
      <p:sp>
        <p:nvSpPr>
          <p:cNvPr id="11" name="Text 9"/>
          <p:cNvSpPr/>
          <p:nvPr/>
        </p:nvSpPr>
        <p:spPr>
          <a:xfrm>
            <a:off x="1216152" y="370332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ウェアラブル・健康アプリのデータ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306824"/>
            <a:ext cx="100584" cy="100584"/>
          </a:xfrm>
          <a:prstGeom prst="rect">
            <a:avLst/>
          </a:prstGeom>
          <a:solidFill>
            <a:srgbClr val="5D7186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152" y="420624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保険・受診に関する情報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4809744"/>
            <a:ext cx="100584" cy="100584"/>
          </a:xfrm>
          <a:prstGeom prst="rect">
            <a:avLst/>
          </a:prstGeom>
          <a:solidFill>
            <a:srgbClr val="5D7186"/>
          </a:solidFill>
          <a:ln/>
        </p:spPr>
      </p:sp>
      <p:sp>
        <p:nvSpPr>
          <p:cNvPr id="15" name="Text 13"/>
          <p:cNvSpPr/>
          <p:nvPr/>
        </p:nvSpPr>
        <p:spPr>
          <a:xfrm>
            <a:off x="1216152" y="470916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週3億件の健康相談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まだ誰も押さえていないもの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537960" y="3300984"/>
            <a:ext cx="100584" cy="100584"/>
          </a:xfrm>
          <a:prstGeom prst="rect">
            <a:avLst/>
          </a:prstGeom>
          <a:solidFill>
            <a:srgbClr val="04352F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320040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対面で継続的に得られる観察データ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803904"/>
            <a:ext cx="100584" cy="100584"/>
          </a:xfrm>
          <a:prstGeom prst="rect">
            <a:avLst/>
          </a:prstGeom>
          <a:solidFill>
            <a:srgbClr val="043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370332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同意にもとづく縦断ウェルネス記録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4306824"/>
            <a:ext cx="100584" cy="100584"/>
          </a:xfrm>
          <a:prstGeom prst="rect">
            <a:avLst/>
          </a:prstGeom>
          <a:solidFill>
            <a:srgbClr val="04352F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420624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行動変容を伴走する人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809744"/>
            <a:ext cx="100584" cy="100584"/>
          </a:xfrm>
          <a:prstGeom prst="rect">
            <a:avLst/>
          </a:prstGeom>
          <a:solidFill>
            <a:srgbClr val="04352F"/>
          </a:solidFill>
          <a:ln/>
        </p:spPr>
      </p:sp>
      <p:sp>
        <p:nvSpPr>
          <p:cNvPr id="25" name="Text 23"/>
          <p:cNvSpPr/>
          <p:nvPr/>
        </p:nvSpPr>
        <p:spPr>
          <a:xfrm>
            <a:off x="6793992" y="470916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世界中にすでにある物理拠点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596128"/>
            <a:ext cx="128016" cy="12801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5468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AIが読める形の「実世界データ」と、それを実行に移す人。ここを持つ側が、次のヘルスケアの主導権を持つ。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エビデンス基盤 ― 自己流にしない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Minds(公益財団法人 日本医療機能評価機構)型のプロセスを踏み、社会的な信頼性を担保する。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エビデンスレビュー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既存研究やDeLiGHTプロジェクト等の知見を、系統的に収集する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5661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0712" y="251460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85032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確実性の評価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5032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集めた知見の強さと限界を、客観的な基準で評価する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71032" y="35661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251460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455664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多者による合意形成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サロン事業者・施術者・専門家を含む協働体制で検討する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41664" y="35661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51976" y="251460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226296" y="3291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推奨の明示・更新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26296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「型」として明文化し、継続的に見直す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F8D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Mindsは、システマティックレビューによるエビデンス総体の評価と、多職種・患者市民を含む合議で推奨を定める国内標準の方法論。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F8D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参照: DeLiGHTプロジェクト(AMED事業/日本産業衛生学会ほか関連7学会連携)による、産業保健分野のMinds参照型ガイドライン策定モデル。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0F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8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サロンにとってのメリット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304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カウンセリングの質が上がる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816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毎回の記録が蓄積され、経験や勘に頼らず変化を捉えられる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331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2304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顧客ロイヤルティの向上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269480" y="2816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「気にかけてもらえる場所」として、通い続ける理由が増える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4087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対応の迷いがなくなる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691640" y="459943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気になるお客様への声かけに、明確な指針と線引きができる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4087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新しい収益の入り口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269480" y="459943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認定制度・研修を通じ、施術以外の価値提供につながる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A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いずれも、いま行っているカウンセリングの延長線上で実現できる。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</a:t>
            </a:r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beauty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1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ロードマップと、今回のお願い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3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国内実証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4352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カウンセリング型サロン数店舗でMVPを試験導入し、効果を測定する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633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認定制度化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ガイドライン準拠サロンの認定と研修プログラムを商品化する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6334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海外展開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各国の規制に合わせてローカライズし、業界団体との提携で型を輸出する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E2E49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今回のお願い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4864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1トライアルにご参加いただけるサロンを募集しています。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ご協力いただくこと: 施術前カウンセリング内での数分のヒアリングと、その記録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4D3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費用: トライアル期間中は無償　/　個人情報: 本人同意にもとづき、匿名化して取り扱います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566160"/>
            <a:ext cx="5669280" cy="566928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-822960"/>
            <a:ext cx="2377440" cy="237744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Digilab beauty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999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カウンセリングの現場から、予防ヘルスケアをつくる。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28016" cy="128016"/>
          </a:xfrm>
          <a:prstGeom prst="rect">
            <a:avLst/>
          </a:prstGeom>
          <a:solidFill>
            <a:srgbClr val="D4A94A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digilabbeauty@gmail.com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0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一般社団法人デジラボビューティー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2026-08-10T00:03:44Z</dcterms:created>
  <dcterms:modified xsi:type="dcterms:W3CDTF">2026-08-10T00:03:44Z</dcterms:modified>
</cp:coreProperties>
</file>